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image" Target="../media/image-6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5.png"/><Relationship Id="rId6" Type="http://schemas.openxmlformats.org/officeDocument/2006/relationships/image" Target="../media/image-11-5.png"/><Relationship Id="rId7" Type="http://schemas.openxmlformats.org/officeDocument/2006/relationships/image" Target="../media/image-11-5.png"/><Relationship Id="rId8" Type="http://schemas.openxmlformats.org/officeDocument/2006/relationships/image" Target="../media/image-11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21B3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REMINDER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CodePulse 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Coding Productivity &amp; Community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4160520"/>
            <a:ext cx="50292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526280"/>
            <a:ext cx="548640" cy="548640"/>
          </a:xfrm>
          <a:prstGeom prst="ellipse">
            <a:avLst/>
          </a:prstGeom>
          <a:solidFill>
            <a:srgbClr val="17233D"/>
          </a:solidFill>
          <a:ln/>
        </p:spPr>
      </p:sp>
      <p:pic>
        <p:nvPicPr>
          <p:cNvPr id="9" name="Image 0" descr="icons/cod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6634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4526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Salesforce · Lightning Web Components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5989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Vishnu Prasath V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CodePulse AI?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 AI is an AI-powered coding productivity and community platform built on Salesforce. It keeps learners consistent, accountable, and motivated on their coding journey.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4663440" cy="1874520"/>
          </a:xfrm>
          <a:prstGeom prst="roundRect">
            <a:avLst>
              <a:gd name="adj" fmla="val 3902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402336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Practice. Track. Compete. Stay motivated —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in one Salesforce-native workspace.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806440" y="1691640"/>
            <a:ext cx="2834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07608" y="1911096"/>
            <a:ext cx="502920" cy="502920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9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0765" y="2024253"/>
            <a:ext cx="276606" cy="2766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07608" y="249631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coding daily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869680" y="1691640"/>
            <a:ext cx="2834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070848" y="1911096"/>
            <a:ext cx="502920" cy="502920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13" name="Image 1" descr="icons/fi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005" y="2024253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070848" y="249631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coding streaks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806440" y="3337560"/>
            <a:ext cx="2834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07608" y="3557016"/>
            <a:ext cx="502920" cy="502920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17" name="Image 2" descr="icons/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765" y="3670173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07608" y="414223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automated reminders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869680" y="3337560"/>
            <a:ext cx="2834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70848" y="3557016"/>
            <a:ext cx="502920" cy="502920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21" name="Image 3" descr="icons/task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005" y="3670173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70848" y="414223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daily coding challenges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806440" y="4983480"/>
            <a:ext cx="2834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007608" y="5202936"/>
            <a:ext cx="502920" cy="502920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25" name="Image 4" descr="icons/troph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765" y="5316093"/>
            <a:ext cx="276606" cy="27660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007608" y="578815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leaderboards &amp; rankings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8869680" y="4983480"/>
            <a:ext cx="2834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9070848" y="5202936"/>
            <a:ext cx="502920" cy="502920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29" name="Image 5" descr="icons/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4005" y="5316093"/>
            <a:ext cx="276606" cy="27660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070848" y="578815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motivated via AI messages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Salesforce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stack powering CodePulse AI end to 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93976" cy="3063240"/>
          </a:xfrm>
          <a:prstGeom prst="roundRect">
            <a:avLst>
              <a:gd name="adj" fmla="val 3493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7884" y="2697480"/>
            <a:ext cx="658368" cy="65836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7" name="Image 0" descr="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5892" y="285548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356616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4297680"/>
            <a:ext cx="1764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business logic and automation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07792" y="2331720"/>
            <a:ext cx="2093976" cy="3063240"/>
          </a:xfrm>
          <a:prstGeom prst="roundRect">
            <a:avLst>
              <a:gd name="adj" fmla="val 3493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25596" y="2697480"/>
            <a:ext cx="658368" cy="65836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2" name="Image 1" descr="icons/cod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604" y="28554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54096" y="356616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Web Components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072384" y="4297680"/>
            <a:ext cx="1764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modern UI framework for the front end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175504" y="2331720"/>
            <a:ext cx="2093976" cy="3063240"/>
          </a:xfrm>
          <a:prstGeom prst="roundRect">
            <a:avLst>
              <a:gd name="adj" fmla="val 3493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893308" y="2697480"/>
            <a:ext cx="658368" cy="65836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7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316" y="2855488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21808" y="356616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SOQL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340096" y="4297680"/>
            <a:ext cx="1764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Object Query Language for data access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443216" y="2331720"/>
            <a:ext cx="2093976" cy="3063240"/>
          </a:xfrm>
          <a:prstGeom prst="roundRect">
            <a:avLst>
              <a:gd name="adj" fmla="val 3493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161020" y="2697480"/>
            <a:ext cx="658368" cy="65836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2" name="Image 3" descr="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028" y="2855488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89520" y="356616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Apex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607808" y="4297680"/>
            <a:ext cx="1764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jobs for streaks and reminders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710928" y="2331720"/>
            <a:ext cx="2093976" cy="3063240"/>
          </a:xfrm>
          <a:prstGeom prst="roundRect">
            <a:avLst>
              <a:gd name="adj" fmla="val 3493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428732" y="2697480"/>
            <a:ext cx="658368" cy="65836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7" name="Image 4" descr="icons/envelop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6740" y="2855488"/>
            <a:ext cx="342351" cy="34235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57232" y="356616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9875520" y="4297680"/>
            <a:ext cx="1764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 and notification delivery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is the hardest part of learning to code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7665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33172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today's competitive world, coding has become one of the most important skills for students and professionals. Platforms such as LeetCode, CodeChef, HackerRank, and GeeksforGeeks provide thousands of problems for practice.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60120" y="402336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many learners struggle to stay consistent. Students often start with enthusiasm — but lose motivation within days, without proper tracking, reminders, or engagement to keep them going.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635240" y="2011680"/>
            <a:ext cx="3913632" cy="4023360"/>
          </a:xfrm>
          <a:prstGeom prst="roundRect">
            <a:avLst>
              <a:gd name="adj" fmla="val 1869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226296" y="2331720"/>
            <a:ext cx="731520" cy="73152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9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9176" y="25146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18120" y="3246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Gap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955280" y="37033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Enthusiasm fades fast without daily tracking, timely nudges, and a reason to keep coming back.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THESE PROBLEMS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inconsistency really costs learners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639312" cy="1234440"/>
          </a:xfrm>
          <a:prstGeom prst="roundRect">
            <a:avLst>
              <a:gd name="adj" fmla="val 5185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354580"/>
            <a:ext cx="457200" cy="457200"/>
          </a:xfrm>
          <a:prstGeom prst="ellipse">
            <a:avLst/>
          </a:prstGeom>
          <a:solidFill>
            <a:srgbClr val="1B2A47"/>
          </a:solidFill>
          <a:ln/>
        </p:spPr>
      </p:sp>
      <p:pic>
        <p:nvPicPr>
          <p:cNvPr id="6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118" y="24574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65960"/>
            <a:ext cx="2633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coding consistency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62272" y="1965960"/>
            <a:ext cx="3639312" cy="1234440"/>
          </a:xfrm>
          <a:prstGeom prst="roundRect">
            <a:avLst>
              <a:gd name="adj" fmla="val 5185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2354580"/>
            <a:ext cx="457200" cy="457200"/>
          </a:xfrm>
          <a:prstGeom prst="ellipse">
            <a:avLst/>
          </a:prstGeom>
          <a:solidFill>
            <a:srgbClr val="1B2A47"/>
          </a:solidFill>
          <a:ln/>
        </p:spPr>
      </p:sp>
      <p:pic>
        <p:nvPicPr>
          <p:cNvPr id="10" name="Image 1" descr="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24574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85232" y="1965960"/>
            <a:ext cx="2633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problem-solving skills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84464" y="1965960"/>
            <a:ext cx="3639312" cy="1234440"/>
          </a:xfrm>
          <a:prstGeom prst="roundRect">
            <a:avLst>
              <a:gd name="adj" fmla="val 5185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485632" y="2354580"/>
            <a:ext cx="457200" cy="457200"/>
          </a:xfrm>
          <a:prstGeom prst="ellipse">
            <a:avLst/>
          </a:prstGeom>
          <a:solidFill>
            <a:srgbClr val="1B2A47"/>
          </a:solidFill>
          <a:ln/>
        </p:spPr>
      </p:sp>
      <p:pic>
        <p:nvPicPr>
          <p:cNvPr id="14" name="Image 2" descr="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502" y="245745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07424" y="1965960"/>
            <a:ext cx="2633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interview preparation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401568"/>
            <a:ext cx="3639312" cy="1234440"/>
          </a:xfrm>
          <a:prstGeom prst="roundRect">
            <a:avLst>
              <a:gd name="adj" fmla="val 5185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41248" y="3790188"/>
            <a:ext cx="457200" cy="457200"/>
          </a:xfrm>
          <a:prstGeom prst="ellipse">
            <a:avLst/>
          </a:prstGeom>
          <a:solidFill>
            <a:srgbClr val="1B2A47"/>
          </a:solidFill>
          <a:ln/>
        </p:spPr>
      </p:sp>
      <p:pic>
        <p:nvPicPr>
          <p:cNvPr id="18" name="Image 3" descr="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18" y="3893058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401568"/>
            <a:ext cx="2633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competitive programming performance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462272" y="3401568"/>
            <a:ext cx="3639312" cy="1234440"/>
          </a:xfrm>
          <a:prstGeom prst="roundRect">
            <a:avLst>
              <a:gd name="adj" fmla="val 5185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663440" y="3790188"/>
            <a:ext cx="457200" cy="457200"/>
          </a:xfrm>
          <a:prstGeom prst="ellipse">
            <a:avLst/>
          </a:prstGeom>
          <a:solidFill>
            <a:srgbClr val="1B2A47"/>
          </a:solidFill>
          <a:ln/>
        </p:spPr>
      </p:sp>
      <p:pic>
        <p:nvPicPr>
          <p:cNvPr id="22" name="Image 4" descr="icons/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310" y="3893058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85232" y="3401568"/>
            <a:ext cx="2633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motivation and confidence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284464" y="3401568"/>
            <a:ext cx="3639312" cy="1234440"/>
          </a:xfrm>
          <a:prstGeom prst="roundRect">
            <a:avLst>
              <a:gd name="adj" fmla="val 5185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485632" y="3790188"/>
            <a:ext cx="457200" cy="457200"/>
          </a:xfrm>
          <a:prstGeom prst="ellipse">
            <a:avLst/>
          </a:prstGeom>
          <a:solidFill>
            <a:srgbClr val="1B2A47"/>
          </a:solidFill>
          <a:ln/>
        </p:spPr>
      </p:sp>
      <p:pic>
        <p:nvPicPr>
          <p:cNvPr id="26" name="Image 5" descr="icons/warn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8502" y="3893058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107424" y="3401568"/>
            <a:ext cx="2633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career growth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 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intelligent coding platform needs to 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47672"/>
            <a:ext cx="365760" cy="365760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6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2996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87452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daily coding practice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532888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8096" y="2606040"/>
            <a:ext cx="365760" cy="365760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1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68833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253288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coding progress automatically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191256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68096" y="3264408"/>
            <a:ext cx="365760" cy="365760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14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346704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319125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coding streaks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849624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68096" y="3922776"/>
            <a:ext cx="365760" cy="365760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18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005072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61872" y="384962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timely reminders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263640" y="1874520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391656" y="1947672"/>
            <a:ext cx="365760" cy="365760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22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2029968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85432" y="187452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daily coding challenges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263640" y="2532888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391656" y="2606040"/>
            <a:ext cx="365760" cy="365760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26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2688336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85432" y="253288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 users through AI-generated messages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263640" y="3191256"/>
            <a:ext cx="5349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391656" y="3264408"/>
            <a:ext cx="365760" cy="365760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30" name="Image 6" descr="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3346704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885432" y="319125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competitive and engaging coding community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200400"/>
            <a:ext cx="5486400" cy="5486400"/>
          </a:xfrm>
          <a:prstGeom prst="ellipse">
            <a:avLst/>
          </a:prstGeom>
          <a:solidFill>
            <a:srgbClr val="121B3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CodePulse AI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492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overcome these challenges, CodePulse AI is developed as an AI-powered coding productivity platform that combines daily challenges, streak tracking, automated reminders, leaderboards, analytics, and motivational features — helping users become disciplined, consistent programmers.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4617720"/>
            <a:ext cx="1753819" cy="438912"/>
          </a:xfrm>
          <a:prstGeom prst="roundRect">
            <a:avLst>
              <a:gd name="adj" fmla="val 50000"/>
            </a:avLst>
          </a:prstGeom>
          <a:solidFill>
            <a:srgbClr val="1723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617720"/>
            <a:ext cx="17538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58491" y="4617720"/>
            <a:ext cx="1664208" cy="438912"/>
          </a:xfrm>
          <a:prstGeom prst="roundRect">
            <a:avLst>
              <a:gd name="adj" fmla="val 50000"/>
            </a:avLst>
          </a:prstGeom>
          <a:solidFill>
            <a:srgbClr val="1723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8491" y="461772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Tracking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7291" y="4617720"/>
            <a:ext cx="1574597" cy="438912"/>
          </a:xfrm>
          <a:prstGeom prst="roundRect">
            <a:avLst>
              <a:gd name="adj" fmla="val 50000"/>
            </a:avLst>
          </a:prstGeom>
          <a:solidFill>
            <a:srgbClr val="1723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7291" y="46177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Reminders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5184648"/>
            <a:ext cx="1395374" cy="438912"/>
          </a:xfrm>
          <a:prstGeom prst="roundRect">
            <a:avLst>
              <a:gd name="adj" fmla="val 50000"/>
            </a:avLst>
          </a:prstGeom>
          <a:solidFill>
            <a:srgbClr val="1723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184648"/>
            <a:ext cx="13953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00046" y="5184648"/>
            <a:ext cx="1126541" cy="438912"/>
          </a:xfrm>
          <a:prstGeom prst="roundRect">
            <a:avLst>
              <a:gd name="adj" fmla="val 50000"/>
            </a:avLst>
          </a:prstGeom>
          <a:solidFill>
            <a:srgbClr val="1723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0046" y="5184648"/>
            <a:ext cx="112654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91179" y="5184648"/>
            <a:ext cx="1484986" cy="438912"/>
          </a:xfrm>
          <a:prstGeom prst="roundRect">
            <a:avLst>
              <a:gd name="adj" fmla="val 50000"/>
            </a:avLst>
          </a:prstGeom>
          <a:solidFill>
            <a:srgbClr val="1723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1179" y="5184648"/>
            <a:ext cx="148498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Motivation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18120" y="1920240"/>
            <a:ext cx="3749040" cy="3931920"/>
          </a:xfrm>
          <a:prstGeom prst="roundRect">
            <a:avLst>
              <a:gd name="adj" fmla="val 2195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81160" y="224028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0" name="Image 0" descr="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0" y="2446020"/>
            <a:ext cx="411480" cy="4114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001000" y="3291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intent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discipline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138160" y="42062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that turns good intentions into a lasting coding habit.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CodePulse AI is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Technologies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0B1220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Web Components (LWC)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25496"/>
            <a:ext cx="4800600" cy="566928"/>
          </a:xfrm>
          <a:prstGeom prst="roundRect">
            <a:avLst>
              <a:gd name="adj" fmla="val 9677"/>
            </a:avLst>
          </a:prstGeom>
          <a:solidFill>
            <a:srgbClr val="DCEF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25496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502152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DCEF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0215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178808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DCEF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7880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2148840"/>
            <a:ext cx="2487168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55664" y="2432304"/>
            <a:ext cx="420624" cy="420624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16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0304" y="2526944"/>
            <a:ext cx="231343" cy="23134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49440" y="2148840"/>
            <a:ext cx="1709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942832" y="2148840"/>
            <a:ext cx="2487168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089136" y="2432304"/>
            <a:ext cx="420624" cy="420624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20" name="Image 1" descr="icons/tas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3776" y="2526944"/>
            <a:ext cx="231343" cy="23134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582912" y="2148840"/>
            <a:ext cx="1709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 Display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309360" y="3282696"/>
            <a:ext cx="2487168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55664" y="3566160"/>
            <a:ext cx="420624" cy="420624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24" name="Image 2" descr="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304" y="3660800"/>
            <a:ext cx="231343" cy="23134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49440" y="3282696"/>
            <a:ext cx="1709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Management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8942832" y="3282696"/>
            <a:ext cx="2487168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089136" y="3566160"/>
            <a:ext cx="420624" cy="420624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28" name="Image 3" descr="icons/troph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3776" y="3660800"/>
            <a:ext cx="231343" cy="23134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582912" y="3282696"/>
            <a:ext cx="1709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View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6309360" y="4416552"/>
            <a:ext cx="2487168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455664" y="4700016"/>
            <a:ext cx="420624" cy="420624"/>
          </a:xfrm>
          <a:prstGeom prst="ellipse">
            <a:avLst/>
          </a:prstGeom>
          <a:solidFill>
            <a:srgbClr val="E0F7FB"/>
          </a:solidFill>
          <a:ln/>
        </p:spPr>
      </p:sp>
      <p:pic>
        <p:nvPicPr>
          <p:cNvPr id="32" name="Image 4" descr="icons/co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304" y="4794656"/>
            <a:ext cx="231343" cy="23134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949440" y="4416552"/>
            <a:ext cx="1709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 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users need to build the habit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639312" cy="1691640"/>
          </a:xfrm>
          <a:prstGeom prst="roundRect">
            <a:avLst>
              <a:gd name="adj" fmla="val 4324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75688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icons/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143" y="2198583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7157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30632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coding problems delivered every day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62272" y="1874520"/>
            <a:ext cx="3639312" cy="1691640"/>
          </a:xfrm>
          <a:prstGeom prst="roundRect">
            <a:avLst>
              <a:gd name="adj" fmla="val 4324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075688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1" name="Image 1" descr="icons/fi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35" y="2198583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7157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Tracking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63440" y="30632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tracking to keep momentum alive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84464" y="1874520"/>
            <a:ext cx="3639312" cy="1691640"/>
          </a:xfrm>
          <a:prstGeom prst="roundRect">
            <a:avLst>
              <a:gd name="adj" fmla="val 4324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85632" y="2075688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6" name="Image 2" descr="icons/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527" y="2198583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5632" y="27157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85632" y="30632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nudges via Scheduled Apex &amp; Email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767328"/>
            <a:ext cx="3639312" cy="1691640"/>
          </a:xfrm>
          <a:prstGeom prst="roundRect">
            <a:avLst>
              <a:gd name="adj" fmla="val 4324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41248" y="3968496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1" name="Image 3" descr="icons/troph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43" y="4091391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4608576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 &amp; Rankings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41248" y="4956048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competition drives engagement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62272" y="3767328"/>
            <a:ext cx="3639312" cy="1691640"/>
          </a:xfrm>
          <a:prstGeom prst="roundRect">
            <a:avLst>
              <a:gd name="adj" fmla="val 4324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63440" y="3968496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6" name="Image 4" descr="icons/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35" y="4091391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63440" y="4608576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Motivational Messages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63440" y="4956048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encouragement, powered by AI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84464" y="3767328"/>
            <a:ext cx="3639312" cy="1691640"/>
          </a:xfrm>
          <a:prstGeom prst="roundRect">
            <a:avLst>
              <a:gd name="adj" fmla="val 4324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85632" y="3968496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1" name="Image 5" descr="icons/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8527" y="4091391"/>
            <a:ext cx="266273" cy="26627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85632" y="4608576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85632" y="4956048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visibility into progress over time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 AI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daily loop that builds long-term discipline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463040" y="3429000"/>
            <a:ext cx="9235440" cy="0"/>
          </a:xfrm>
          <a:prstGeom prst="line">
            <a:avLst/>
          </a:prstGeom>
          <a:noFill/>
          <a:ln w="31750">
            <a:solidFill>
              <a:srgbClr val="B9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743200"/>
            <a:ext cx="1371600" cy="13716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pic>
        <p:nvPicPr>
          <p:cNvPr id="6" name="Image 0" descr="icons/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" y="2962656"/>
            <a:ext cx="576072" cy="5760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83080" y="2633472"/>
            <a:ext cx="384048" cy="38404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8" name="Text 5"/>
          <p:cNvSpPr/>
          <p:nvPr/>
        </p:nvSpPr>
        <p:spPr>
          <a:xfrm>
            <a:off x="178308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3159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daily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086100" y="2743200"/>
            <a:ext cx="1371600" cy="13716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pic>
        <p:nvPicPr>
          <p:cNvPr id="11" name="Image 1" descr="icons/fi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2962656"/>
            <a:ext cx="576072" cy="5760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091940" y="2633472"/>
            <a:ext cx="384048" cy="38404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3" name="Text 9"/>
          <p:cNvSpPr/>
          <p:nvPr/>
        </p:nvSpPr>
        <p:spPr>
          <a:xfrm>
            <a:off x="409194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66060" y="43159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updates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394960" y="2743200"/>
            <a:ext cx="1371600" cy="13716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pic>
        <p:nvPicPr>
          <p:cNvPr id="16" name="Image 2" descr="icons/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724" y="2962656"/>
            <a:ext cx="576072" cy="57607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400800" y="2633472"/>
            <a:ext cx="384048" cy="38404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8" name="Text 13"/>
          <p:cNvSpPr/>
          <p:nvPr/>
        </p:nvSpPr>
        <p:spPr>
          <a:xfrm>
            <a:off x="640080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74920" y="43159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reminded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miss a day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03820" y="2743200"/>
            <a:ext cx="1371600" cy="13716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pic>
        <p:nvPicPr>
          <p:cNvPr id="21" name="Image 3" descr="icons/troph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2962656"/>
            <a:ext cx="576072" cy="57607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709660" y="2633472"/>
            <a:ext cx="384048" cy="38404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3" name="Text 17"/>
          <p:cNvSpPr/>
          <p:nvPr/>
        </p:nvSpPr>
        <p:spPr>
          <a:xfrm>
            <a:off x="87096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383780" y="43159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the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0012680" y="2743200"/>
            <a:ext cx="1371600" cy="13716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1220">
                <a:alpha val="10000"/>
              </a:srgbClr>
            </a:outerShdw>
          </a:effectLst>
        </p:spPr>
      </p:sp>
      <p:pic>
        <p:nvPicPr>
          <p:cNvPr id="26" name="Image 4" descr="icons/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0444" y="2962656"/>
            <a:ext cx="576072" cy="57607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11018520" y="2633472"/>
            <a:ext cx="384048" cy="384048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28" name="Text 21"/>
          <p:cNvSpPr/>
          <p:nvPr/>
        </p:nvSpPr>
        <p:spPr>
          <a:xfrm>
            <a:off x="1101852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692640" y="43159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motivated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AI messages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 AI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scattered practice to lasting discipline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3931920"/>
          </a:xfrm>
          <a:prstGeom prst="roundRect">
            <a:avLst>
              <a:gd name="adj" fmla="val 2093"/>
            </a:avLst>
          </a:prstGeom>
          <a:solidFill>
            <a:srgbClr val="121B30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3055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CodePulse AI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788920"/>
            <a:ext cx="329184" cy="329184"/>
          </a:xfrm>
          <a:prstGeom prst="ellipse">
            <a:avLst/>
          </a:prstGeom>
          <a:solidFill>
            <a:srgbClr val="1B2A47"/>
          </a:solidFill>
          <a:ln/>
        </p:spPr>
      </p:sp>
      <p:pic>
        <p:nvPicPr>
          <p:cNvPr id="7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466" y="2862986"/>
            <a:ext cx="181051" cy="1810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27432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Inconsistent, unstructured practice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3502152"/>
            <a:ext cx="329184" cy="329184"/>
          </a:xfrm>
          <a:prstGeom prst="ellipse">
            <a:avLst/>
          </a:prstGeom>
          <a:solidFill>
            <a:srgbClr val="1B2A47"/>
          </a:solidFill>
          <a:ln/>
        </p:spPr>
      </p:sp>
      <p:pic>
        <p:nvPicPr>
          <p:cNvPr id="10" name="Image 1" descr="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66" y="3576218"/>
            <a:ext cx="181051" cy="1810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9888" y="345643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progress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914400" y="4215384"/>
            <a:ext cx="329184" cy="329184"/>
          </a:xfrm>
          <a:prstGeom prst="ellipse">
            <a:avLst/>
          </a:prstGeom>
          <a:solidFill>
            <a:srgbClr val="1B2A47"/>
          </a:solidFill>
          <a:ln/>
        </p:spPr>
      </p:sp>
      <p:pic>
        <p:nvPicPr>
          <p:cNvPr id="13" name="Image 2" descr="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" y="4289450"/>
            <a:ext cx="181051" cy="1810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9888" y="416966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fades after a few days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914400" y="4928616"/>
            <a:ext cx="329184" cy="329184"/>
          </a:xfrm>
          <a:prstGeom prst="ellipse">
            <a:avLst/>
          </a:prstGeom>
          <a:solidFill>
            <a:srgbClr val="1B2A47"/>
          </a:solidFill>
          <a:ln/>
        </p:spPr>
      </p:sp>
      <p:pic>
        <p:nvPicPr>
          <p:cNvPr id="16" name="Image 3" descr="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466" y="5002682"/>
            <a:ext cx="181051" cy="18105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89888" y="488289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interview readiness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263640" y="1874520"/>
            <a:ext cx="5349240" cy="3931920"/>
          </a:xfrm>
          <a:prstGeom prst="roundRect">
            <a:avLst>
              <a:gd name="adj" fmla="val 2093"/>
            </a:avLst>
          </a:prstGeom>
          <a:solidFill>
            <a:srgbClr val="0E3A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537960" y="213055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CodePulse AI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6537960" y="2788920"/>
            <a:ext cx="329184" cy="329184"/>
          </a:xfrm>
          <a:prstGeom prst="ellipse">
            <a:avLst/>
          </a:prstGeom>
          <a:solidFill>
            <a:srgbClr val="0B4A55"/>
          </a:solidFill>
          <a:ln/>
        </p:spPr>
      </p:sp>
      <p:pic>
        <p:nvPicPr>
          <p:cNvPr id="21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026" y="2862986"/>
            <a:ext cx="181051" cy="18105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13448" y="27432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challenges keep skills sharp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537960" y="3502152"/>
            <a:ext cx="329184" cy="329184"/>
          </a:xfrm>
          <a:prstGeom prst="ellipse">
            <a:avLst/>
          </a:prstGeom>
          <a:solidFill>
            <a:srgbClr val="0B4A55"/>
          </a:solidFill>
          <a:ln/>
        </p:spPr>
      </p:sp>
      <p:pic>
        <p:nvPicPr>
          <p:cNvPr id="24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2026" y="3576218"/>
            <a:ext cx="181051" cy="18105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013448" y="345643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&amp; analytics show real progress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537960" y="4215384"/>
            <a:ext cx="329184" cy="329184"/>
          </a:xfrm>
          <a:prstGeom prst="ellipse">
            <a:avLst/>
          </a:prstGeom>
          <a:solidFill>
            <a:srgbClr val="0B4A55"/>
          </a:solidFill>
          <a:ln/>
        </p:spPr>
      </p:sp>
      <p:pic>
        <p:nvPicPr>
          <p:cNvPr id="27" name="Image 6" descr="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2026" y="4289450"/>
            <a:ext cx="181051" cy="18105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013448" y="416966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messages sustain motivation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6537960" y="4928616"/>
            <a:ext cx="329184" cy="329184"/>
          </a:xfrm>
          <a:prstGeom prst="ellipse">
            <a:avLst/>
          </a:prstGeom>
          <a:solidFill>
            <a:srgbClr val="0B4A55"/>
          </a:solidFill>
          <a:ln/>
        </p:spPr>
      </p:sp>
      <p:pic>
        <p:nvPicPr>
          <p:cNvPr id="30" name="Image 7" descr="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2026" y="5002682"/>
            <a:ext cx="181051" cy="181051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013448" y="488289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 build a coding community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3" name="Text 23"/>
          <p:cNvSpPr/>
          <p:nvPr/>
        </p:nvSpPr>
        <p:spPr>
          <a:xfrm>
            <a:off x="54864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 AI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5669280" cy="5669280"/>
          </a:xfrm>
          <a:prstGeom prst="ellipse">
            <a:avLst/>
          </a:prstGeom>
          <a:solidFill>
            <a:srgbClr val="121B30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206240"/>
            <a:ext cx="4937760" cy="4937760"/>
          </a:xfrm>
          <a:prstGeom prst="ellipse">
            <a:avLst/>
          </a:prstGeom>
          <a:solidFill>
            <a:srgbClr val="121B30"/>
          </a:solidFill>
          <a:ln/>
        </p:spPr>
      </p:sp>
      <p:sp>
        <p:nvSpPr>
          <p:cNvPr id="4" name="Shape 2"/>
          <p:cNvSpPr/>
          <p:nvPr/>
        </p:nvSpPr>
        <p:spPr>
          <a:xfrm>
            <a:off x="5660136" y="1828800"/>
            <a:ext cx="868680" cy="868680"/>
          </a:xfrm>
          <a:prstGeom prst="ellipse">
            <a:avLst/>
          </a:prstGeom>
          <a:solidFill>
            <a:srgbClr val="17233D"/>
          </a:solidFill>
          <a:ln/>
        </p:spPr>
      </p:sp>
      <p:pic>
        <p:nvPicPr>
          <p:cNvPr id="5" name="Image 0" descr="icons/cod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7306" y="20459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92608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5843016" y="3886200"/>
            <a:ext cx="50292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0" y="411480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CodePulse AI — Task Reminder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53492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Vishnu Prasath V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CodePulse AI</dc:title>
  <dc:subject>PptxGenJS Presentation</dc:subject>
  <dc:creator>Vishnu Prasath V</dc:creator>
  <cp:lastModifiedBy>Vishnu Prasath V</cp:lastModifiedBy>
  <cp:revision>1</cp:revision>
  <dcterms:created xsi:type="dcterms:W3CDTF">2026-07-01T04:12:53Z</dcterms:created>
  <dcterms:modified xsi:type="dcterms:W3CDTF">2026-07-01T04:12:53Z</dcterms:modified>
</cp:coreProperties>
</file>